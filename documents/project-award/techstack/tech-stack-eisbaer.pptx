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032840-638C-FAC6-3B2C-522464B5AB38}" v="67" dt="2025-12-02T10:43:08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Eisbär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Tech-Stack</a:t>
            </a:r>
          </a:p>
        </p:txBody>
      </p:sp>
      <p:pic>
        <p:nvPicPr>
          <p:cNvPr id="4" name="Picture 3" descr="How to use GPT-3.5 Turbo's API, step by step">
            <a:extLst>
              <a:ext uri="{FF2B5EF4-FFF2-40B4-BE49-F238E27FC236}">
                <a16:creationId xmlns:a16="http://schemas.microsoft.com/office/drawing/2014/main" id="{735F9E4E-EAAD-4887-CC05-778B473E4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669" y="1411830"/>
            <a:ext cx="2936423" cy="1657241"/>
          </a:xfrm>
          <a:prstGeom prst="rect">
            <a:avLst/>
          </a:prstGeom>
        </p:spPr>
      </p:pic>
      <p:pic>
        <p:nvPicPr>
          <p:cNvPr id="6" name="Picture 5" descr="Opensearch PNG Logo — Download Free Transparent Logo">
            <a:extLst>
              <a:ext uri="{FF2B5EF4-FFF2-40B4-BE49-F238E27FC236}">
                <a16:creationId xmlns:a16="http://schemas.microsoft.com/office/drawing/2014/main" id="{7F20AEB0-4085-5AF5-6578-C4AC8EDA7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06" y="3731287"/>
            <a:ext cx="2382457" cy="2392102"/>
          </a:xfrm>
          <a:prstGeom prst="rect">
            <a:avLst/>
          </a:prstGeom>
        </p:spPr>
      </p:pic>
      <p:pic>
        <p:nvPicPr>
          <p:cNvPr id="7" name="Picture 6" descr="Download Kubernetes (k8s) Logo in SVG Vector or PNG File Format - Logo.wine">
            <a:extLst>
              <a:ext uri="{FF2B5EF4-FFF2-40B4-BE49-F238E27FC236}">
                <a16:creationId xmlns:a16="http://schemas.microsoft.com/office/drawing/2014/main" id="{0B14350C-81C1-5284-6206-684ED7BE9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117" y="184777"/>
            <a:ext cx="2122312" cy="1377245"/>
          </a:xfrm>
          <a:prstGeom prst="rect">
            <a:avLst/>
          </a:prstGeom>
        </p:spPr>
      </p:pic>
      <p:pic>
        <p:nvPicPr>
          <p:cNvPr id="8" name="Graphic 7" descr="Typescript Vector Logo - Download Free SVG Icon | Worldvectorlogo">
            <a:extLst>
              <a:ext uri="{FF2B5EF4-FFF2-40B4-BE49-F238E27FC236}">
                <a16:creationId xmlns:a16="http://schemas.microsoft.com/office/drawing/2014/main" id="{3CEC5B52-9ABB-A8E4-B8C0-7ED71A512F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9823" y="257370"/>
            <a:ext cx="1301724" cy="1215867"/>
          </a:xfrm>
          <a:prstGeom prst="rect">
            <a:avLst/>
          </a:prstGeom>
        </p:spPr>
      </p:pic>
      <p:pic>
        <p:nvPicPr>
          <p:cNvPr id="9" name="Picture 8" descr="Docker mark logo in vector formats EPS, SVG - Brandlogos.net">
            <a:extLst>
              <a:ext uri="{FF2B5EF4-FFF2-40B4-BE49-F238E27FC236}">
                <a16:creationId xmlns:a16="http://schemas.microsoft.com/office/drawing/2014/main" id="{1EC628A3-1AEE-5F29-3A48-3011719BAC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9776" y="4319789"/>
            <a:ext cx="1591449" cy="1207595"/>
          </a:xfrm>
          <a:prstGeom prst="rect">
            <a:avLst/>
          </a:prstGeom>
        </p:spPr>
      </p:pic>
      <p:pic>
        <p:nvPicPr>
          <p:cNvPr id="12" name="Picture 11" descr="Html Logo Images – Browse 10,127 Stock Photos, Vectors, and Video | Adobe  Stock">
            <a:extLst>
              <a:ext uri="{FF2B5EF4-FFF2-40B4-BE49-F238E27FC236}">
                <a16:creationId xmlns:a16="http://schemas.microsoft.com/office/drawing/2014/main" id="{049A66BE-FB64-5BF1-F10F-0875CEB41B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6005" y="2907453"/>
            <a:ext cx="2935466" cy="165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Eisbär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</cp:revision>
  <dcterms:created xsi:type="dcterms:W3CDTF">2025-12-02T10:37:09Z</dcterms:created>
  <dcterms:modified xsi:type="dcterms:W3CDTF">2025-12-02T10:43:17Z</dcterms:modified>
</cp:coreProperties>
</file>